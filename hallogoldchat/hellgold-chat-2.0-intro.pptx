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FF"/>
                </a:solidFill>
                <a:latin typeface="微软雅黑" panose="020B0503020204020204" charset="-122"/>
              </a:defRPr>
            </a:pPr>
            <a:r>
              <a:t>HellGold Chat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把你的 AI 对话</a:t>
            </a:r>
            <a:br/>
            <a:r>
              <a:t>变成认知资产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微软雅黑" panose="020B0503020204020204" charset="-122"/>
              </a:defRPr>
            </a:pPr>
            <a:r>
              <a:t>一个零依赖的 HTML 看板 · 自动分析 Claude Code 对话 · 一键生成离线可用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DD"/>
                </a:solidFill>
                <a:latin typeface="微软雅黑" panose="020B0503020204020204" charset="-122"/>
              </a:defRPr>
            </a:pPr>
            <a:r>
              <a:t>陈凡 + 陈宇豪 · 2026.05.16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你跟 AI 聊了很多，</a:t>
            </a:r>
            <a:br/>
            <a:r>
              <a:t>但你真的知道聊得好不好吗？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没有反馈，就没有进步。你发给 AI 的每一条提示词，都没有人告诉你写得好不好。</a:t>
            </a:r>
            <a:br/>
            <a:br/>
            <a:r>
              <a:t>CC 会话管理中心告诉了你"聊了什么"，HellGold Chat 告诉你"聊得怎么样"。</a:t>
            </a: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1097280" y="4754880"/>
            <a:ext cx="3200400" cy="146304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3716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提示词好不好？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37160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你写的每一条都被评分</a:t>
            </a:r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4754880" y="4754880"/>
            <a:ext cx="3200400" cy="146304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50292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对话值不值？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502920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Kirkpatrick 五级评估</a:t>
            </a: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8412480" y="4754880"/>
            <a:ext cx="3200400" cy="146304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86868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盲点在哪？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868680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批判镜 6 大板块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看 · 评 · 审 · 鉴 —— 完整闭环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468880" cy="36576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246888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💬 会话浏览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气泡式对话回放，全局搜索，</a:t>
            </a:r>
            <a:br/>
            <a:r>
              <a:t>仅对话/全部/仅工具三档筛选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46888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💎 价值看板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0040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Kirkpatrick 五级评估 + DIKW</a:t>
            </a:r>
            <a:br/>
            <a:r>
              <a:t>内容分层 + 洞察 + RACI 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468880" cy="36576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46888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🎯 提示词审计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040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10 维质量评分，逐条可展开</a:t>
            </a:r>
            <a:br/>
            <a:r>
              <a:t>查看维度详情和具体改进建议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011680"/>
            <a:ext cx="246888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🪞 批判镜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0040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6 大板块：盲点 + 偏误检测</a:t>
            </a:r>
            <a:br/>
            <a:r>
              <a:t>+ 逻辑断裂 + 元认知挑战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✦ 数据与 CC 会话管理中心同源 · 独立运行 · 零外部依赖 · 单文件 HTML · 离线即用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097280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AAFF"/>
                </a:solidFill>
                <a:latin typeface="微软雅黑" panose="020B0503020204020204" charset="-122"/>
              </a:defRPr>
            </a:pPr>
            <a: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可量化的对话质量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931920"/>
            <a:ext cx="13716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FF"/>
                </a:solidFill>
                <a:latin typeface="微软雅黑" panose="020B0503020204020204" charset="-122"/>
              </a:defRPr>
            </a:pPr>
            <a:r>
              <a:t>分析模块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931920"/>
            <a:ext cx="13716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FF"/>
                </a:solidFill>
                <a:latin typeface="微软雅黑" panose="020B0503020204020204" charset="-122"/>
              </a:defRPr>
            </a:pPr>
            <a:r>
              <a:t>评估维度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931920"/>
            <a:ext cx="13716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FF"/>
                </a:solidFill>
                <a:latin typeface="微软雅黑" panose="020B0503020204020204" charset="-122"/>
              </a:defRPr>
            </a:pPr>
            <a:r>
              <a:t>外部依赖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9425" y="2743200"/>
            <a:ext cx="275018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500K</a:t>
            </a:r>
            <a:r>
              <a:rPr lang="en-US"/>
              <a:t>B</a:t>
            </a: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058400" y="3931920"/>
            <a:ext cx="13716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FF"/>
                </a:solidFill>
                <a:latin typeface="微软雅黑" panose="020B0503020204020204" charset="-122"/>
              </a:defRPr>
            </a:pPr>
            <a:r>
              <a:t>单文件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DD"/>
                </a:solidFill>
                <a:latin typeface="微软雅黑" panose="020B0503020204020204" charset="-122"/>
              </a:defRPr>
            </a:pPr>
            <a:r>
              <a:t>1 个 Python 脚本 · 扫描全部对话 · 数据全内嵌 · SessionEnd Hook 自动更新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数据层 · 分析层 · 展示层 —— 全部内嵌一个文件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474720" cy="4114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47472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数据层 (Python)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83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扫描 ~/.claude/projects/</a:t>
            </a:r>
            <a:br/>
            <a:r>
              <a:t>提取 JSONL 消息、时间戳、角色</a:t>
            </a:r>
            <a:br/>
            <a:r>
              <a:t>与 CC 会话管理中心同源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82880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828800"/>
            <a:ext cx="347472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分析引擎 (JS)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383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启发式评分引擎</a:t>
            </a:r>
            <a:br/>
            <a:r>
              <a:t>Kirkpatrick 五级 + 10 维提示词</a:t>
            </a:r>
            <a:br/>
            <a:r>
              <a:t>偏误检测 + 洞察提取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828800"/>
            <a:ext cx="3474720" cy="4114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828800"/>
            <a:ext cx="347472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展示层 (CSS+HTML)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383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纯 CSS 可视化</a:t>
            </a:r>
            <a:br/>
            <a:r>
              <a:t>毛玻璃卡片 · 暗色科技风</a:t>
            </a:r>
            <a:br/>
            <a:r>
              <a:t>零 CDN 引用 · 明暗主题切换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PROMPT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你写的每一条提示词，都在被评分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目标清晰度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90195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1901952"/>
            <a:ext cx="219456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角色锚定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90195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901952"/>
            <a:ext cx="109728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2/5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上下文充分性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99923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2999232"/>
            <a:ext cx="137160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2.5/5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约束条件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99923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999232"/>
            <a:ext cx="82296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1.5/5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输出格式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409651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0" y="4096512"/>
            <a:ext cx="137160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023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2.5/5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示例质量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09651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4096512"/>
            <a:ext cx="54864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4023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1/5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推理框架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519379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5193792"/>
            <a:ext cx="137160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5120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2.5/5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语言精确度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519379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5193792"/>
            <a:ext cx="164592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5120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安全公平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629107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0" y="6291072"/>
            <a:ext cx="219456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6217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效率可维护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6291072"/>
            <a:ext cx="2743200" cy="1270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6291072"/>
            <a:ext cx="1097280" cy="127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9920" y="6217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2/5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7280" y="4572000"/>
            <a:ext cx="10058400" cy="1828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❌ → ✅ 改写示例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❌ 你常写："帮我写个方案"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577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✅ 应该写："请起草社区法律服务志愿者招募方案，面向法学大二学生，800-1000 字"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CRITICAL MIRROR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一个说真话的 AI 陪练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CC"/>
                </a:solidFill>
                <a:latin typeface="微软雅黑" panose="020B0503020204020204" charset="-122"/>
              </a:defRPr>
            </a:pPr>
            <a:r>
              <a:t>不是嘴臭，是一语中的地刺痛。每次对话生成一份结构化同行评审报告。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4754880" cy="27432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BEFORE 没有批判镜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· AI 总是顺着你说话，你永远不知道自己的盲点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· 对话结束了没有任何反馈，不知道自己有没有在进步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· 惯性模式没人提醒，同样的错误反复犯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4754880" cy="27432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AFTER 有批判镜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· 6 大板块：总体判断 + 核心盲点 + 偏误检测 + 逻辑断裂 + 元认知挑战 + 改进路线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· 每条盲点都附证据锚点并引用具体消息编号，不是套模板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为什么是现在？</a:t>
            </a: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914400" y="2011680"/>
            <a:ext cx="3474720" cy="4114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18872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01 频率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1887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AI 交互已成为日常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18872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每天几十上百轮 AI 对话，</a:t>
            </a:r>
            <a:br/>
            <a:r>
              <a:t>但没有任何工具帮你审视</a:t>
            </a:r>
            <a:br/>
            <a:r>
              <a:t>这些交互的质量。</a:t>
            </a:r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1188720" y="201168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4754880" y="2011680"/>
            <a:ext cx="3474720" cy="4114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50292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02 反馈缺失</a:t>
            </a: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502920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AI 不会说你错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502920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58% 的 AI 回复存在谄媚行为。</a:t>
            </a:r>
            <a:br/>
            <a:r>
              <a:t>RLHF 训练让 AI 天然倾向于</a:t>
            </a:r>
            <a:br/>
            <a:r>
              <a:t>讨好用户。</a:t>
            </a:r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5029200" y="201168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1"/>
            </p:custDataLst>
          </p:nvPr>
        </p:nvSpPr>
        <p:spPr>
          <a:xfrm>
            <a:off x="8595360" y="2011680"/>
            <a:ext cx="3474720" cy="4114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886968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03 零摩擦</a:t>
            </a: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886968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一行命令零配置</a:t>
            </a:r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886968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不需要数据库、API Key、联网。</a:t>
            </a:r>
            <a:br/>
            <a:r>
              <a:t>Python 3 + Claude Code 用户</a:t>
            </a:r>
            <a:br/>
            <a:r>
              <a:t>= 开箱即用。</a:t>
            </a:r>
          </a:p>
        </p:txBody>
      </p:sp>
      <p:sp>
        <p:nvSpPr>
          <p:cNvPr id="19" name="Rectangle 18"/>
          <p:cNvSpPr/>
          <p:nvPr>
            <p:custDataLst>
              <p:tags r:id="rId15"/>
            </p:custDataLst>
          </p:nvPr>
        </p:nvSpPr>
        <p:spPr>
          <a:xfrm>
            <a:off x="8869680" y="201168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70" y="6339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10 个维度评估你的提示词质量 —— 数据不出本地，隐私无忧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10972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TECH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纯 Python · 纯 CSS · 纯前端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2926080" cy="32004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2926080" cy="3200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FF"/>
                </a:solidFill>
                <a:latin typeface="微软雅黑" panose="020B0503020204020204" charset="-122"/>
              </a:defRPr>
            </a:pPr>
            <a:r>
              <a:t>运行环境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Python 3 + 浏览器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08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DD"/>
                </a:solidFill>
                <a:latin typeface="微软雅黑" panose="020B0503020204020204" charset="-122"/>
              </a:defRPr>
            </a:pPr>
            <a:r>
              <a:t>任何有 Python 3</a:t>
            </a:r>
            <a:br/>
            <a:r>
              <a:t>和浏览器的设备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29260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828800"/>
            <a:ext cx="29260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输出格式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单文件 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08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约 500KB</a:t>
            </a:r>
            <a:br/>
            <a:r>
              <a:t>数据全内嵌，离线可用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828800"/>
            <a:ext cx="29260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1828800"/>
            <a:ext cx="292608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  <a:latin typeface="微软雅黑" panose="020B0503020204020204" charset="-122"/>
              </a:defRPr>
            </a:pPr>
            <a:r>
              <a:t>数据来源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~/.claude/projects/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108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JSONL 对话文件</a:t>
            </a:r>
            <a:br/>
            <a:r>
              <a:t>与 CC 会话管理中心同源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486400"/>
            <a:ext cx="201168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零 CDN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5486400"/>
            <a:ext cx="201168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纯 CSS 图表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5486400"/>
            <a:ext cx="201168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暗色科技风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5486400"/>
            <a:ext cx="201168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一键主题切换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5486400"/>
            <a:ext cx="201168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数据不出本地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看清自己怎么用 AI，</a:t>
            </a:r>
            <a:br/>
            <a:r>
              <a:t>比用 AI 本身更重要。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FF"/>
                </a:solidFill>
                <a:latin typeface="微软雅黑" panose="020B0503020204020204" charset="-122"/>
              </a:defRPr>
            </a:pPr>
            <a:r>
              <a:t>工具不会让你进步，反思才会。HellGold Chat 是一面不讨好的镜子。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可量化才能可改进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EE"/>
                </a:solidFill>
                <a:latin typeface="微软雅黑" panose="020B0503020204020204" charset="-122"/>
              </a:defRPr>
            </a:pPr>
            <a:r>
              <a:t>把模糊的对话感受变成清晰的评分和证据。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反馈比讨好更值钱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EE"/>
                </a:solidFill>
                <a:latin typeface="微软雅黑" panose="020B0503020204020204" charset="-122"/>
              </a:defRPr>
            </a:pPr>
            <a:r>
              <a:t>AI 总顺着你说话——你需要一个敢说真话的第三方视角。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60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最好的工具是你不觉得在用工具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EE"/>
                </a:solidFill>
                <a:latin typeface="微软雅黑" panose="020B0503020204020204" charset="-122"/>
              </a:defRPr>
            </a:pPr>
            <a:r>
              <a:t>零外部依赖、一行命令、离线即用。好工具应该像没有一样融入工作流。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260" y="64141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DD"/>
                </a:solidFill>
                <a:latin typeface="微软雅黑" panose="020B0503020204020204" charset="-122"/>
              </a:defRPr>
            </a:pPr>
            <a:r>
              <a:t>陈凡 + 陈宇豪 · 2026.05.16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855" y="641413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DD"/>
                </a:solidFill>
                <a:latin typeface="微软雅黑" panose="020B0503020204020204" charset="-122"/>
              </a:defRPr>
            </a:pPr>
            <a:r>
              <a:t>go build your own mirror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2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3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4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5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6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7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8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9.xml><?xml version="1.0" encoding="utf-8"?>
<p:tagLst xmlns:p="http://schemas.openxmlformats.org/presentationml/2006/main">
  <p:tag name="KSO_WM_DIAGRAM_VIRTUALLY_FRAME" val="{&quot;height&quot;:115.2,&quot;left&quot;:86.4,&quot;top&quot;:374.4,&quot;width&quot;:828}"/>
</p:tagLst>
</file>

<file path=ppt/tags/tag10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1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2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3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4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5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6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7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8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19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20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21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22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23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ags/tag24.xml><?xml version="1.0" encoding="utf-8"?>
<p:tagLst xmlns:p="http://schemas.openxmlformats.org/presentationml/2006/main">
  <p:tag name="KSO_WM_DIAGRAM_VIRTUALLY_FRAME" val="{&quot;height&quot;:324,&quot;left&quot;:72,&quot;top&quot;:158.4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1888</Words>
  <Application>WPS 演示</Application>
  <PresentationFormat>On-screen Show (4:3)</PresentationFormat>
  <Paragraphs>268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Ethan</cp:lastModifiedBy>
  <cp:revision>5</cp:revision>
  <dcterms:created xsi:type="dcterms:W3CDTF">2013-01-27T09:14:00Z</dcterms:created>
  <dcterms:modified xsi:type="dcterms:W3CDTF">2026-05-16T11:42:19Z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63533D02F07341249DF03B094FFA20B4_12</vt:lpwstr>
  </property>
  <property fmtid="{D5CDD505-2E9C-101B-9397-08002B2CF9AE}" pid="3" name="KSOProductBuildVer">
    <vt:lpwstr>2052-12.1.0.26373</vt:lpwstr>
  </property>
</Properties>
</file>